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7A1F2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F3A5F">
              <a:alpha val="60000"/>
            </a:srgbClr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488" y="502920"/>
            <a:ext cx="1188720" cy="1161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783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72888" y="2212848"/>
            <a:ext cx="16459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5146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Master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0" y="3886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965960" y="4389120"/>
            <a:ext cx="8259775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C5A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0" y="4572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0" y="4828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Vibhu Maurya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75120" y="4572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0" y="48280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2410031414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86000" y="5285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86000" y="5541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(CSE) - IBM, 5th Semester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5285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AICTE–EduSkills Virtual Internship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Siemens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Master Virtual Internship provided an opportunity to gain structured exposure to the field of Data Science through a virtual internship experience.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was undertaken at IILM University, Greater Noida, as part of the AICTE–EduSkills Virtual Internship Program, with support from Siemens.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was completed over a period of 8 weeks during April–June 2026.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1417320"/>
            <a:ext cx="4434840" cy="4480560"/>
          </a:xfrm>
          <a:prstGeom prst="roundRect">
            <a:avLst>
              <a:gd name="adj" fmla="val 2062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755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543800" y="2514600"/>
            <a:ext cx="3794760" cy="0"/>
          </a:xfrm>
          <a:prstGeom prst="line">
            <a:avLst/>
          </a:prstGeom>
          <a:noFill/>
          <a:ln w="12700">
            <a:solidFill>
              <a:srgbClr val="3C5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43800" y="27432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purpose was to strengthen understanding of Data Science and data-driven problem solving, while gaining practical exposure beyond regular classroom learning.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43800" y="461772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16304E"/>
          </a:solidFill>
          <a:ln/>
        </p:spPr>
      </p:sp>
      <p:sp>
        <p:nvSpPr>
          <p:cNvPr id="11" name="Text 8"/>
          <p:cNvSpPr/>
          <p:nvPr/>
        </p:nvSpPr>
        <p:spPr>
          <a:xfrm>
            <a:off x="772668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Weeks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26680" y="5166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focused on developing a broader understanding of the Data Science domain and its relevance in solving real-world problems.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48840"/>
            <a:ext cx="82296" cy="1051560"/>
          </a:xfrm>
          <a:prstGeom prst="roundRect">
            <a:avLst>
              <a:gd name="adj" fmla="val 44444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4414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Master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148840"/>
            <a:ext cx="82296" cy="1051560"/>
          </a:xfrm>
          <a:prstGeom prst="roundRect">
            <a:avLst>
              <a:gd name="adj" fmla="val 44444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4414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Weeks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9328" y="2148840"/>
            <a:ext cx="82296" cy="1051560"/>
          </a:xfrm>
          <a:prstGeom prst="roundRect">
            <a:avLst>
              <a:gd name="adj" fmla="val 44444"/>
            </a:avLst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49640" y="24414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April – June 2026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749040"/>
            <a:ext cx="82296" cy="1051560"/>
          </a:xfrm>
          <a:prstGeom prst="roundRect">
            <a:avLst>
              <a:gd name="adj" fmla="val 44444"/>
            </a:avLst>
          </a:prstGeom>
          <a:solidFill>
            <a:srgbClr val="7A1F2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40416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Greater Noida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43400" y="3566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44568" y="3749040"/>
            <a:ext cx="82296" cy="1051560"/>
          </a:xfrm>
          <a:prstGeom prst="roundRect">
            <a:avLst>
              <a:gd name="adj" fmla="val 44444"/>
            </a:avLst>
          </a:prstGeom>
          <a:solidFill>
            <a:srgbClr val="7A1F2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0416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AICTE–EduSkills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38160" y="3566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39328" y="3749040"/>
            <a:ext cx="82296" cy="1051560"/>
          </a:xfrm>
          <a:prstGeom prst="roundRect">
            <a:avLst>
              <a:gd name="adj" fmla="val 44444"/>
            </a:avLst>
          </a:prstGeom>
          <a:solidFill>
            <a:srgbClr val="7A1F2B"/>
          </a:solidFill>
          <a:ln/>
        </p:spPr>
      </p:sp>
      <p:sp>
        <p:nvSpPr>
          <p:cNvPr id="27" name="Text 25"/>
          <p:cNvSpPr/>
          <p:nvPr/>
        </p:nvSpPr>
        <p:spPr>
          <a:xfrm>
            <a:off x="854964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ORGANIZATION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49640" y="40416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Siemens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F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Focus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6052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contributed to developing a data-driven approach to problem solving and provided an opportunity to connect academic knowledge with practical learning.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&amp; Certification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internship was complemented by three certifications completed through Cisco Networking Academy and IILM University, creating a progression from understanding AI to applying it and developing knowledge of Data Analytics.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88720" y="3429000"/>
            <a:ext cx="9784080" cy="0"/>
          </a:xfrm>
          <a:prstGeom prst="line">
            <a:avLst/>
          </a:prstGeom>
          <a:noFill/>
          <a:ln w="25400">
            <a:solidFill>
              <a:srgbClr val="C7D2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3291840"/>
            <a:ext cx="274320" cy="274320"/>
          </a:xfrm>
          <a:prstGeom prst="ellipse">
            <a:avLst/>
          </a:prstGeom>
          <a:solidFill>
            <a:srgbClr val="1F3A5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AI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May 2026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3291840"/>
            <a:ext cx="274320" cy="274320"/>
          </a:xfrm>
          <a:prstGeom prst="ellipse">
            <a:avLst/>
          </a:prstGeom>
          <a:solidFill>
            <a:srgbClr val="7A1F2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0116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AI: Analyze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Reviews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June 2026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98280" y="3291840"/>
            <a:ext cx="274320" cy="274320"/>
          </a:xfrm>
          <a:prstGeom prst="ellipse">
            <a:avLst/>
          </a:prstGeom>
          <a:solidFill>
            <a:srgbClr val="1F3A5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0116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103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210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June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2104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certificates were offered by IILM University through the Cisco Networking Academy program.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F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Progression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" y="553212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16304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532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55321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20440" y="553212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16304E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5532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52160" y="55321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2200" y="553212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16304E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5532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55321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823960" y="553212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7A1F2B"/>
          </a:solidFill>
          <a:ln/>
        </p:spPr>
      </p:sp>
      <p:sp>
        <p:nvSpPr>
          <p:cNvPr id="34" name="Text 32"/>
          <p:cNvSpPr/>
          <p:nvPr/>
        </p:nvSpPr>
        <p:spPr>
          <a:xfrm>
            <a:off x="8823960" y="5532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Knowledge Gained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and certifications helped develop a foundation across Artificial Intelligence, Data Analytics, and Data Science.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7" name="Image 0" descr="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3545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762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5603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introductory understanding of modern AI and its practical applications.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194560"/>
            <a:ext cx="777240" cy="77724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12" name="Image 1" descr="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23545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762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5603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a foundation for understanding the importance of data and using analytical thinking to derive meaningful information.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1F3A5F"/>
          </a:solidFill>
          <a:ln/>
        </p:spPr>
      </p:sp>
      <p:pic>
        <p:nvPicPr>
          <p:cNvPr id="17" name="Image 2" descr="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748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096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783080" y="44805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exposure to the Data Science domain and its role in data-driven problem solving.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38404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F3A5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114800"/>
            <a:ext cx="777240" cy="777240"/>
          </a:xfrm>
          <a:prstGeom prst="ellipse">
            <a:avLst/>
          </a:prstGeom>
          <a:solidFill>
            <a:srgbClr val="7A1F2B"/>
          </a:solidFill>
          <a:ln/>
        </p:spPr>
      </p:sp>
      <p:pic>
        <p:nvPicPr>
          <p:cNvPr id="22" name="Image 3" descr="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42748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965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Thinking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805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the ability to approach problems by considering data, information, and practical applications.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and additional certifications provided valuable exposure to the relationship between Artificial Intelligence, Data Analytics, and Data Science.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80844"/>
            <a:ext cx="347472" cy="347472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80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99339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stronger foundation in AI and Data Science.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80844"/>
            <a:ext cx="347472" cy="34747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808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199339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understanding of data-driven problem solving.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59252"/>
            <a:ext cx="347472" cy="347472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592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971800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exposure to the practical application of AI through customer review analysis.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898648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159252"/>
            <a:ext cx="347472" cy="34747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1592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971800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greater awareness of the role of data and analytics in decision-making.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77056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137660"/>
            <a:ext cx="347472" cy="347472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376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certification-based learning with an internship experience.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877056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4137660"/>
            <a:ext cx="347472" cy="347472"/>
          </a:xfrm>
          <a:prstGeom prst="ellipse">
            <a:avLst/>
          </a:prstGeom>
          <a:solidFill>
            <a:srgbClr val="7A1F2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1376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3950208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foundation for pursuing more advanced projects in AI and Data Science.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F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46120" y="54406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20440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97880" y="54406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72200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49640" y="54406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23960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7A1F2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F3A5F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14300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Master Virtual Internship, supported by my Cisco Networking Academy certifications, provided a structured learning journey across Artificial Intelligence, Data Analytics, and Data Science.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helped me strengthen my conceptual foundation, develop analytical thinking, and understand how data-driven technologies can be applied to practical problems.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C5A80"/>
            </a:solidFill>
            <a:prstDash val="solid"/>
          </a:ln>
        </p:spPr>
      </p:sp>
      <p:pic>
        <p:nvPicPr>
          <p:cNvPr id="8" name="Image 0" descr="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519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206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Direction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455371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forward, I aim to build on this foundation through practical projects, real-world datasets, and advanced learning in AI and Data Science.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417320"/>
            <a:ext cx="0" cy="4572000"/>
          </a:xfrm>
          <a:prstGeom prst="line">
            <a:avLst/>
          </a:prstGeom>
          <a:noFill/>
          <a:ln w="12700">
            <a:solidFill>
              <a:srgbClr val="3C5A80"/>
            </a:solidFill>
            <a:prstDash val="solid"/>
          </a:ln>
        </p:spPr>
      </p:sp>
      <p:pic>
        <p:nvPicPr>
          <p:cNvPr id="12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691640"/>
            <a:ext cx="1051560" cy="10241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0" y="2880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8595360" y="3520440"/>
            <a:ext cx="22860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6384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Vibhu Maurya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863840" y="4069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Master Virtual Internship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2026-08-28T18:48:31Z</dcterms:created>
  <dcterms:modified xsi:type="dcterms:W3CDTF">2026-08-28T18:48:31Z</dcterms:modified>
</cp:coreProperties>
</file>